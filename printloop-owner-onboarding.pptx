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your shop live in 5 minutes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3200400"/>
            <a:ext cx="1645920" cy="54864"/>
          </a:xfrm>
          <a:prstGeom prst="rect">
            <a:avLst/>
          </a:prstGeom>
          <a:solidFill>
            <a:srgbClr val="D14B2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383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E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PrintLoop is a web wizard for print-shop owners. No developer. No IT project. Just a browser and a printer.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THE MARKETPLACE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shop, on the map.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280160" cy="54864"/>
          </a:xfrm>
          <a:prstGeom prst="rect">
            <a:avLst/>
          </a:prstGeom>
          <a:solidFill>
            <a:srgbClr val="D14B2C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C794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2-sided marketplace — you supply the printer, PrintLoop routes demand to you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find you by distance on the /find map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prices; PrintLoop handles payment split + commission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Asset-light: the platform owns no printers and no shops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37760" y="1280160"/>
            <a:ext cx="7772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10–15% commission per print (default 10%)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Payouts weekly to your bank, or instant for ₦100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built by ratings + accountability loop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layer will optimise ranking and pricing over time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YOUR REVENUE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Commission-based, not subscription.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280160" cy="54864"/>
          </a:xfrm>
          <a:prstGeom prst="rect">
            <a:avLst/>
          </a:prstGeom>
          <a:solidFill>
            <a:srgbClr val="D14B2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the money goes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828800" cy="2194560"/>
          </a:xfrm>
          <a:prstGeom prst="rect">
            <a:avLst/>
          </a:prstGeom>
          <a:solidFill>
            <a:srgbClr val="262626"/>
          </a:solidFill>
          <a:ln w="12700">
            <a:solidFill>
              <a:srgbClr val="D14B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4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cut per print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463040"/>
            <a:ext cx="1828800" cy="2194560"/>
          </a:xfrm>
          <a:prstGeom prst="rect">
            <a:avLst/>
          </a:prstGeom>
          <a:solidFill>
            <a:srgbClr val="262626"/>
          </a:solidFill>
          <a:ln w="12700">
            <a:solidFill>
              <a:srgbClr val="D14B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4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65176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PrintLoop commission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1828800" cy="2194560"/>
          </a:xfrm>
          <a:prstGeom prst="rect">
            <a:avLst/>
          </a:prstGeom>
          <a:solidFill>
            <a:srgbClr val="262626"/>
          </a:solidFill>
          <a:ln w="12700">
            <a:solidFill>
              <a:srgbClr val="D14B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4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Fri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75488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payout day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0" y="1463040"/>
            <a:ext cx="1828800" cy="2194560"/>
          </a:xfrm>
          <a:prstGeom prst="rect">
            <a:avLst/>
          </a:prstGeom>
          <a:solidFill>
            <a:srgbClr val="262626"/>
          </a:solidFill>
          <a:ln w="12700">
            <a:solidFill>
              <a:srgbClr val="D14B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645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14B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₦100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85800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EE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payout fee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PAYMENTS &amp; PAYOUT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paid without chasing invoices.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280160" cy="54864"/>
          </a:xfrm>
          <a:prstGeom prst="rect">
            <a:avLst/>
          </a:prstGeom>
          <a:solidFill>
            <a:srgbClr val="D14B2C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set up for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C794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subaccount — required to receive customer payments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name, settlement bank code, NUBAN account number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bank account — where your weekly earnings land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37760" y="1280160"/>
            <a:ext cx="7772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checklist: BVN, valid ID, phone, email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traders can upgrade from personal details later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optional at start; your KYC happens inside Paystack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PRINTER &amp; TEST 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kiosk PC is the new M600.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280160" cy="54864"/>
          </a:xfrm>
          <a:prstGeom prst="rect">
            <a:avLst/>
          </a:prstGeom>
          <a:solidFill>
            <a:srgbClr val="D14B2C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3-step printer setup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C794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printer in Operator console → get pairing QR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PrintLoop agent by double-clicking PrintLoopSetup.exe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QR; agent auto-picks transport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37760" y="1280160"/>
            <a:ext cx="7772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Spooler for USB/local printers (most shops)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IPP for networked printers (HP, Brother, Canon)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Raw9100 for Sharp MX and JetDirect-only printers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SumatraPDF installed automatically for byte-faithful print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GO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all checks are green.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280160" cy="54864"/>
          </a:xfrm>
          <a:prstGeom prst="rect">
            <a:avLst/>
          </a:prstGeom>
          <a:solidFill>
            <a:srgbClr val="D14B2C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41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You’re live when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6576"/>
          </a:xfrm>
          <a:prstGeom prst="rect">
            <a:avLst/>
          </a:prstGeom>
          <a:solidFill>
            <a:srgbClr val="C794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activated after email verification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address set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test print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Printer online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937760" y="1280160"/>
            <a:ext cx="7772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unlocks automatically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appear on the /find customer map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distance + online status + rating</a:t>
            </a:r>
            <a:endParaRPr lang="en-US" sz="16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becomes your daily dashboard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 Your Shop Live in 5 Minutes</dc:title>
  <dc:subject>PrintLoop operator onboarding</dc:subject>
  <dc:creator>PrintLoop</dc:creator>
  <cp:lastModifiedBy>PrintLoop</cp:lastModifiedBy>
  <cp:revision>1</cp:revision>
  <dcterms:created xsi:type="dcterms:W3CDTF">2026-06-13T22:18:12Z</dcterms:created>
  <dcterms:modified xsi:type="dcterms:W3CDTF">2026-06-13T22:18:12Z</dcterms:modified>
</cp:coreProperties>
</file>